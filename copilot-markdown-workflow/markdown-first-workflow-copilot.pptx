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VS Code official docs — 'Make chat an expert in your workspace'
https://code.visualstudio.com/docs/copilot/reference/workspace-context
Key quotes:
- 'VS Code uses an index to quickly and accurately search your codebase for relevant code snippets.'
- 'The agent automatically performs an agentic codebase search based on your prompt.'
- 'You don't need to explicitly reference the #codebase tool in your prompt.'
- Search uses: GitHub code search, local semantic search, text-based search, IntelliSense.
- Index: remote (GitHub) or local (up to 2500 files). All text files not in .gitignore.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
1. Anthropic — 'The Complete Guide to Building Skills for Claude' (32-page PDF)
https://resources.anthropic.com/hubfs/The-Complete-Guide-to-Building-Skill-for-Claude.pdf
2. Agent Skills Open Standard
https://agentskills.io/home
3. VS Code docs — 'Use Agent Skills in VS Code'
https://code.visualstudio.com/docs/copilot/customization/agent-skills
4. GitHub docs — 'Creating agent skills for GitHub Copilot'
https://docs.github.com/en/copilot/how-tos/use-copilot-agents/coding-agent/create-skills
5. Anthropic engineering blog — 'Equipping agents for the real world with Agent Skills'
https://www.anthropic.com/engineering/equipping-agents-for-the-real-world-with-agent-skills
6. Anthropic public skills repository
https://github.com/anthropics/skills
KEY FACTS:
- Originally Anthropic-only (Oct 2025), released as open standard (Dec 2025)
- Same SKILL.md works across Copilot, Claude Code, Cursor, OpenAI Codex
- Copilot reads .github/skills/ AND .claude/skills/
- Loading: Copilot matches your prompt against the description field autonomously
- 'We recommend using custom instructions for simple instructions relevant to almost every task, and skills for more detailed instructions that Copilot should only access when relevant.'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
1. VS Code docs — 'Use prompt files in VS Code'
https://code.visualstudio.com/docs/copilot/customization/prompt-files
2. GitHub docs — 'Your first prompt file'
https://docs.github.com/en/copilot/tutorials/customization-library/prompt-files/your-first-prompt-file
3. GitHub docs — 'Adding repository custom instructions'
https://docs.github.com/copilot/customizing-copilot/adding-custom-instructions-for-github-copilot
KEY FACTS:
- Files: .github/prompts/*.prompt.md
- Invoked with / slash command in Copilot Chat
- YAML frontmatter: description, agent (ask/edit/agent), model, tools
- Supports variables: ${file}, ${selection}, ${input:name}
- Can reference instructions files via markdown links
- Unlike instructions (always loaded) or skills (auto-matched), prompts are triggered explicitly by the user
NOTE: No comprehensive methodology guide exists for prompts (unlike the 32-page skills guide from Anthropic). Only reference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With ~100 Opus calls per month, each call is valuable.
The context layers make compound prompts possible — Copilot already knows your patterns, conventions, and project structure, so you can ask for more in a single interaction.
EXAMPLES FROM PRACTICE:
- Ask for code changes AND documentation of those changes in the same prompt
- Point Copilot at a model project and ask it to document the architecture
- Request implementation + tests + barrel exports in one shot
WITHOUT CONTEXT: You spend 3 calls explaining what you need, then 1 call getting the answer.
WITH CONTEXT: The first call already has everything it needs to deliver.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Markdown with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Copilot reads your repo — and how to make it read better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 •  [DATE]  •  [TEAM]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Already Reads Your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indexes your entire repo and searches it automatically on every prompt.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decides what's relevant — you don't control what it reads.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control: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315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7744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Context Layers pyramid diagram here]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1: copilot-instructions.md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051560"/>
            <a:ext cx="182880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LOADED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session. No action required. Tells Copilot how the repo works.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292608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20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.github/copilot-instructions.md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 Structure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an Nx monorepo. Apps in apps/, libraries in libs/.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&amp; Test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Jest for unit tests. Playwright for e2e.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tests before pushing.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create per-project ESLint configs.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hard-code endpoints.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edit production code without permission.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2: File-Pattern Instructions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1051560"/>
            <a:ext cx="2468880" cy="3200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AUTO-LOADS BY FILE 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.github/instructions/angular.instructions.md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applyTo: "**/*.ts, **/*.html, **/*.scss"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standalone components.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inject() instead of constructor DI.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OnPush change detection.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cast as any.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37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49240" y="1709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user.component.ts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029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**/*.ts matches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7744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23500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rules load automatically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9748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670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knows your framework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Scoping Principle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 file in the repo?  →  copilot-instructions.md (Layer 1)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 specific framework or file type?  →  *.instructions.md (Layer 2)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 specific technology pattern?  →  *.skill.md (Layer 3)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3: Skills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1051560"/>
            <a:ext cx="3566160" cy="32004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DECIDES WHEN TO LOAD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is a folder in .github/skills/ containing a SKILL.md file.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reads the description and loads the skill when it decides your prompt matches.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skill file contains: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316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395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this pattern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8036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8529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implementation with code examples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310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9476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7673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to related patterns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54880" y="1920240"/>
            <a:ext cx="3931920" cy="274320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1031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2920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029200" y="3017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someone figures out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way to do something,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knowledge should become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file.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it lives in one person's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and everyone rediscovers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independently.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4: Prompt Templates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051560"/>
            <a:ext cx="3017520" cy="3200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0" y="1051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WITH /COMMAND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 invoked with slash commands. Copilot-specific, not a cross-tool standard.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834640" cy="228600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'Generate unit tests'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'agent'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['search', 'read', 'edit']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tests for ${fileBasename}.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Directory: ${fileDirname}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Framework: ${input:framework}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834640" cy="228600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'ask'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Claude Sonnet 4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'REST API security'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 a REST API security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review. Provide a TODO list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issues to address.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874520"/>
            <a:ext cx="2834640" cy="228600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/new-form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'agent'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GPT-4o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['githubRepo', 'search']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React form from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 in #tool:githubRepo.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Use react-hook-form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Use yup for validation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many to start. One review prompt and one documentation prompt cover most 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 Alignment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63040"/>
            <a:ext cx="7315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0116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Organization's GenAI / DevAssist strategy slide here]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200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include: "Develop needed context resources"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5: Your Story Context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1051560"/>
            <a:ext cx="3383280" cy="32004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REFERENCED BY PATH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1-4 make Copilot competent in your repo.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makes Copilot effective on YOUR task.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sentences — what's broken or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Copilot CAN'T 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approach + rejected alternatives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data flow, 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→ Implementation → Test mapping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iteratively with AI. 2-3 passes. The quality comes from structure, not hours of writing.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Good Instructions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Copilot what to produce, not just what patterns to follow.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8366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80136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PlantUML diagrams, not ASCII figures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120640" y="180136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Renderable, versionable, diffable in PRs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313432"/>
            <a:ext cx="82296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1401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33172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didactic — explain WHY, not just WHAT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120640" y="233172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developer reads your output, not your prompt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843784"/>
            <a:ext cx="82296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4436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86207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conventional commit message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120640" y="286207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conventionalcommits.org — feat:, fix:, docs:, refactor: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" y="3374136"/>
            <a:ext cx="82296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39242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what NOT to do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120640" y="339242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alternatives, anti-patterns, known pitfalls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3904488"/>
            <a:ext cx="82296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0507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92277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explanatory comments in generated code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120640" y="392277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survive after the prompt is forgotten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57200" y="4434840"/>
            <a:ext cx="82296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35424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32688" y="445312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documentation to the repo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120640" y="445312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with the code, reviewed in PRs, searchable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Every Call Count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~100 Opus calls per month. Don't waste them on one-dimensional prompts.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847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the null check in line 42"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65960"/>
            <a:ext cx="182880" cy="1828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6596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66360" y="18470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the null check, update the unit test,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add a JSDoc comment explaining why"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57200" y="254203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7919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 service for this API"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679192"/>
            <a:ext cx="182880" cy="18288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79192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6636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the service, the interface,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handling, and the public API file"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92424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60120" y="32735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this component work?"</a:t>
            </a:r>
            <a:endParaRPr lang="en-US" sz="10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3392424"/>
            <a:ext cx="182880" cy="182880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392424"/>
            <a:ext cx="182880" cy="18288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166360" y="32735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"Document this component's architecture: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outputs, lifecycle, and dependencies"</a:t>
            </a:r>
            <a:endParaRPr lang="en-US" sz="1000" dirty="0"/>
          </a:p>
        </p:txBody>
      </p:sp>
      <p:sp>
        <p:nvSpPr>
          <p:cNvPr id="23" name="Shape 1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160520"/>
            <a:ext cx="228600" cy="2286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9601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 prompt:</a:t>
            </a:r>
            <a:endParaRPr lang="en-US" sz="1000" dirty="0"/>
          </a:p>
        </p:txBody>
      </p:sp>
      <p:sp>
        <p:nvSpPr>
          <p:cNvPr id="26" name="Text 14"/>
          <p:cNvSpPr/>
          <p:nvPr/>
        </p:nvSpPr>
        <p:spPr>
          <a:xfrm>
            <a:off x="960120" y="43434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 stories/PROJ-1234.md and implement all the changes. Then generate 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changelog.md explaining what you did and what you chose not to do, and why."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Context Document: Correct AND Specific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stories/PROJ-1234-enrollment.md as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an enrollment service for MFA authentication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Screenshot — Copilot output with context document attached]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prompt. Constraints respected. Design decisions reflected.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difference Layer 5 makes.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Generation with AC Traceability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stories/PROJ-1234-enrollment.md as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the acceptance criteria table, generate Playwright e2e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Screenshot — Generated tests with AC1, AC2, AC3 in test names]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names include AC references. If a test fails in CI,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exactly which requirement broke.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Outputs — Already Shipped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5270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984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[Output 1: Grooming Guide]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1645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document produced an approved technical design.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markdown file IS the grooming artifact.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06040"/>
            <a:ext cx="594360" cy="594360"/>
          </a:xfrm>
          <a:prstGeom prst="ellipse">
            <a:avLst/>
          </a:prstGeom>
          <a:solidFill>
            <a:srgbClr val="42A5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157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48716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[Output 2: E2E Tests]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28346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acceptance criteria in the context document.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CI today.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94760"/>
            <a:ext cx="594360" cy="594360"/>
          </a:xfrm>
          <a:prstGeom prst="ellipse">
            <a:avLst/>
          </a:prstGeom>
          <a:solidFill>
            <a:srgbClr val="FF70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0448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67588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[Output 3: Architecture Proposal]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40233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 senior architect. Structured approach made it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without follow-up questions.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Try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2984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645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.github/copilot-instructions.md in our repo.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Copilot already knows about our codebase.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06040"/>
            <a:ext cx="594360" cy="59436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48716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8346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story with design decisions?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context document first. Tell Copilot to use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94760"/>
            <a:ext cx="594360" cy="59436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67588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0233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out the right way to do something?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down. Commit it. Now everyone benefits.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guidelines document is available for the team.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welcome feedback on what works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needs adjusting for how you work.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931920" y="3474720"/>
            <a:ext cx="128016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 •  [TEAM]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Markdown with GitHub Copilot</dc:title>
  <dc:subject>PptxGenJS Presentation</dc:subject>
  <dc:creator>Engineering Team</dc:creator>
  <cp:lastModifiedBy>Engineering Team</cp:lastModifiedBy>
  <cp:revision>1</cp:revision>
  <dcterms:created xsi:type="dcterms:W3CDTF">2026-03-02T22:26:06Z</dcterms:created>
  <dcterms:modified xsi:type="dcterms:W3CDTF">2026-03-02T22:26:06Z</dcterms:modified>
</cp:coreProperties>
</file>